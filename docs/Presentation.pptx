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0" r:id="rId6"/>
    <p:sldId id="271" r:id="rId7"/>
    <p:sldId id="262" r:id="rId8"/>
    <p:sldId id="273" r:id="rId9"/>
    <p:sldId id="274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1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3BC3673-7974-4A61-BC72-5EFEB0EE4DE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76CD41-78F5-4162-9B83-63BDA43B49F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61B23D3-151C-4C26-B849-08A8373FAFB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61B23D3-151C-4C26-B849-08A8373FAFB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898C3A-34DC-4CAA-87E6-A33C948593C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D2DE163-2EC3-4AB7-A900-13C8476C9FD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1B1F1A-FF4B-4A6B-A09E-7DEFE2EC536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167367"/>
            <a:ext cx="18288000" cy="48082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2286000" y="2734813"/>
            <a:ext cx="13716000" cy="3581400"/>
          </a:xfrm>
        </p:spPr>
        <p:txBody>
          <a:bodyPr anchor="b"/>
          <a:lstStyle>
            <a:lvl1pPr algn="ctr" defTabSz="1371600">
              <a:defRPr sz="9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2286000" y="6742197"/>
            <a:ext cx="13716000" cy="2483643"/>
          </a:xfrm>
        </p:spPr>
        <p:txBody>
          <a:bodyPr/>
          <a:lstStyle>
            <a:lvl1pPr marL="0" indent="0" algn="ctr" defTabSz="1371600">
              <a:buNone/>
              <a:defRPr sz="3600">
                <a:solidFill>
                  <a:schemeClr val="bg2"/>
                </a:solidFill>
              </a:defRPr>
            </a:lvl1pPr>
            <a:lvl2pPr marL="685800" indent="0" algn="ctr" defTabSz="1371600">
              <a:buNone/>
              <a:defRPr sz="3000"/>
            </a:lvl2pPr>
            <a:lvl3pPr marL="1371600" indent="0" algn="ctr" defTabSz="1371600">
              <a:buNone/>
              <a:defRPr sz="2700"/>
            </a:lvl3pPr>
            <a:lvl4pPr marL="2057400" indent="0" algn="ctr" defTabSz="1371600">
              <a:buNone/>
              <a:defRPr sz="2400"/>
            </a:lvl4pPr>
            <a:lvl5pPr marL="2743200" indent="0" algn="ctr" defTabSz="1371600">
              <a:buNone/>
              <a:defRPr sz="2400"/>
            </a:lvl5pPr>
            <a:lvl6pPr marL="3429000" indent="0" algn="ctr" defTabSz="1371600">
              <a:buNone/>
              <a:defRPr sz="2400"/>
            </a:lvl6pPr>
            <a:lvl7pPr marL="4114800" indent="0" algn="ctr" defTabSz="1371600">
              <a:buNone/>
              <a:defRPr sz="2400"/>
            </a:lvl7pPr>
            <a:lvl8pPr marL="4800600" indent="0" algn="ctr" defTabSz="1371600">
              <a:buNone/>
              <a:defRPr sz="2400"/>
            </a:lvl8pPr>
            <a:lvl9pPr marL="5486400" indent="0" algn="ctr" defTabSz="1371600">
              <a:buNone/>
              <a:defRPr sz="2400"/>
            </a:lvl9pPr>
          </a:lstStyle>
          <a:p>
            <a:pPr lvl="0"/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" name="Freeform 5"/>
          <p:cNvSpPr/>
          <p:nvPr/>
        </p:nvSpPr>
        <p:spPr bwMode="auto">
          <a:xfrm>
            <a:off x="15138399" y="0"/>
            <a:ext cx="2370665" cy="1828800"/>
          </a:xfrm>
          <a:custGeom>
            <a:avLst/>
            <a:gdLst/>
            <a:ahLst/>
            <a:cxnLst/>
            <a:rect l="l" t="t" r="r" b="b"/>
            <a:pathLst>
              <a:path w="348" h="652">
                <a:moveTo>
                  <a:pt x="348" y="652"/>
                </a:moveTo>
                <a:lnTo>
                  <a:pt x="175" y="464"/>
                </a:lnTo>
                <a:lnTo>
                  <a:pt x="0" y="652"/>
                </a:lnTo>
                <a:lnTo>
                  <a:pt x="0" y="0"/>
                </a:lnTo>
                <a:lnTo>
                  <a:pt x="348" y="0"/>
                </a:lnTo>
                <a:lnTo>
                  <a:pt x="348" y="652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247775" y="2564607"/>
            <a:ext cx="15773401" cy="4279105"/>
          </a:xfrm>
        </p:spPr>
        <p:txBody>
          <a:bodyPr anchor="b"/>
          <a:lstStyle>
            <a:lvl1pPr defTabSz="1371600">
              <a:defRPr sz="9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1247775" y="6884194"/>
            <a:ext cx="15773401" cy="2250281"/>
          </a:xfrm>
        </p:spPr>
        <p:txBody>
          <a:bodyPr/>
          <a:lstStyle>
            <a:lvl1pPr marL="0" indent="0" defTabSz="137160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 defTabSz="137160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defTabSz="137160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defTabSz="137160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defTabSz="137160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defTabSz="137160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defTabSz="137160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defTabSz="137160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defTabSz="137160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1257300" y="2738437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9258300" y="2738437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259682" y="547687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1259682" y="2521744"/>
            <a:ext cx="7736680" cy="1235868"/>
          </a:xfrm>
        </p:spPr>
        <p:txBody>
          <a:bodyPr anchor="b"/>
          <a:lstStyle>
            <a:lvl1pPr marL="0" indent="0" defTabSz="1371600">
              <a:buNone/>
              <a:defRPr sz="3600" b="1"/>
            </a:lvl1pPr>
            <a:lvl2pPr marL="685800" indent="0" defTabSz="1371600">
              <a:buNone/>
              <a:defRPr sz="3000" b="1"/>
            </a:lvl2pPr>
            <a:lvl3pPr marL="1371600" indent="0" defTabSz="1371600">
              <a:buNone/>
              <a:defRPr sz="2700" b="1"/>
            </a:lvl3pPr>
            <a:lvl4pPr marL="2057400" indent="0" defTabSz="1371600">
              <a:buNone/>
              <a:defRPr sz="2400" b="1"/>
            </a:lvl4pPr>
            <a:lvl5pPr marL="2743200" indent="0" defTabSz="1371600">
              <a:buNone/>
              <a:defRPr sz="2400" b="1"/>
            </a:lvl5pPr>
            <a:lvl6pPr marL="3429000" indent="0" defTabSz="1371600">
              <a:buNone/>
              <a:defRPr sz="2400" b="1"/>
            </a:lvl6pPr>
            <a:lvl7pPr marL="4114800" indent="0" defTabSz="1371600">
              <a:buNone/>
              <a:defRPr sz="2400" b="1"/>
            </a:lvl7pPr>
            <a:lvl8pPr marL="4800600" indent="0" defTabSz="1371600">
              <a:buNone/>
              <a:defRPr sz="2400" b="1"/>
            </a:lvl8pPr>
            <a:lvl9pPr marL="5486400" indent="0" defTabSz="137160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1259682" y="3757612"/>
            <a:ext cx="7736680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9258300" y="2521744"/>
            <a:ext cx="7774782" cy="1235868"/>
          </a:xfrm>
        </p:spPr>
        <p:txBody>
          <a:bodyPr anchor="b"/>
          <a:lstStyle>
            <a:lvl1pPr marL="0" indent="0" defTabSz="1371600">
              <a:buNone/>
              <a:defRPr sz="3600" b="1"/>
            </a:lvl1pPr>
            <a:lvl2pPr marL="685800" indent="0" defTabSz="1371600">
              <a:buNone/>
              <a:defRPr sz="3000" b="1"/>
            </a:lvl2pPr>
            <a:lvl3pPr marL="1371600" indent="0" defTabSz="1371600">
              <a:buNone/>
              <a:defRPr sz="2700" b="1"/>
            </a:lvl3pPr>
            <a:lvl4pPr marL="2057400" indent="0" defTabSz="1371600">
              <a:buNone/>
              <a:defRPr sz="2400" b="1"/>
            </a:lvl4pPr>
            <a:lvl5pPr marL="2743200" indent="0" defTabSz="1371600">
              <a:buNone/>
              <a:defRPr sz="2400" b="1"/>
            </a:lvl5pPr>
            <a:lvl6pPr marL="3429000" indent="0" defTabSz="1371600">
              <a:buNone/>
              <a:defRPr sz="2400" b="1"/>
            </a:lvl6pPr>
            <a:lvl7pPr marL="4114800" indent="0" defTabSz="1371600">
              <a:buNone/>
              <a:defRPr sz="2400" b="1"/>
            </a:lvl7pPr>
            <a:lvl8pPr marL="4800600" indent="0" defTabSz="1371600">
              <a:buNone/>
              <a:defRPr sz="2400" b="1"/>
            </a:lvl8pPr>
            <a:lvl9pPr marL="5486400" indent="0" defTabSz="137160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9258300" y="3757612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259682" y="685800"/>
            <a:ext cx="5898355" cy="2400300"/>
          </a:xfrm>
        </p:spPr>
        <p:txBody>
          <a:bodyPr anchor="b"/>
          <a:lstStyle>
            <a:lvl1pPr defTabSz="1371600">
              <a:defRPr sz="4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7774782" y="1481137"/>
            <a:ext cx="9258300" cy="7310438"/>
          </a:xfrm>
        </p:spPr>
        <p:txBody>
          <a:bodyPr/>
          <a:lstStyle>
            <a:lvl1pPr defTabSz="1371600">
              <a:defRPr sz="4800"/>
            </a:lvl1pPr>
            <a:lvl2pPr defTabSz="1371600">
              <a:defRPr sz="4200"/>
            </a:lvl2pPr>
            <a:lvl3pPr defTabSz="1371600">
              <a:defRPr sz="3600"/>
            </a:lvl3pPr>
            <a:lvl4pPr defTabSz="1371600">
              <a:defRPr sz="3000"/>
            </a:lvl4pPr>
            <a:lvl5pPr defTabSz="1371600">
              <a:defRPr sz="3000"/>
            </a:lvl5pPr>
            <a:lvl6pPr defTabSz="1371600">
              <a:defRPr sz="3000"/>
            </a:lvl6pPr>
            <a:lvl7pPr defTabSz="1371600">
              <a:defRPr sz="3000"/>
            </a:lvl7pPr>
            <a:lvl8pPr defTabSz="1371600">
              <a:defRPr sz="3000"/>
            </a:lvl8pPr>
            <a:lvl9pPr defTabSz="1371600">
              <a:defRPr sz="3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1259682" y="3086100"/>
            <a:ext cx="5898355" cy="5717382"/>
          </a:xfrm>
        </p:spPr>
        <p:txBody>
          <a:bodyPr/>
          <a:lstStyle>
            <a:lvl1pPr marL="0" indent="0" defTabSz="1371600">
              <a:buNone/>
              <a:defRPr sz="2400"/>
            </a:lvl1pPr>
            <a:lvl2pPr marL="685800" indent="0" defTabSz="1371600">
              <a:buNone/>
              <a:defRPr sz="2100"/>
            </a:lvl2pPr>
            <a:lvl3pPr marL="1371600" indent="0" defTabSz="1371600">
              <a:buNone/>
              <a:defRPr sz="1800"/>
            </a:lvl3pPr>
            <a:lvl4pPr marL="2057400" indent="0" defTabSz="1371600">
              <a:buNone/>
              <a:defRPr sz="1500"/>
            </a:lvl4pPr>
            <a:lvl5pPr marL="2743200" indent="0" defTabSz="1371600">
              <a:buNone/>
              <a:defRPr sz="1500"/>
            </a:lvl5pPr>
            <a:lvl6pPr marL="3429000" indent="0" defTabSz="1371600">
              <a:buNone/>
              <a:defRPr sz="1500"/>
            </a:lvl6pPr>
            <a:lvl7pPr marL="4114800" indent="0" defTabSz="1371600">
              <a:buNone/>
              <a:defRPr sz="1500"/>
            </a:lvl7pPr>
            <a:lvl8pPr marL="4800600" indent="0" defTabSz="1371600">
              <a:buNone/>
              <a:defRPr sz="1500"/>
            </a:lvl8pPr>
            <a:lvl9pPr marL="5486400" indent="0" defTabSz="137160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259682" y="685800"/>
            <a:ext cx="5898355" cy="2400300"/>
          </a:xfrm>
        </p:spPr>
        <p:txBody>
          <a:bodyPr anchor="b"/>
          <a:lstStyle>
            <a:lvl1pPr defTabSz="1371600">
              <a:defRPr sz="4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7774782" y="1481137"/>
            <a:ext cx="9258300" cy="7310438"/>
          </a:xfrm>
        </p:spPr>
        <p:txBody>
          <a:bodyPr/>
          <a:lstStyle>
            <a:lvl1pPr marL="0" indent="0" defTabSz="1371600">
              <a:buNone/>
              <a:defRPr sz="4800"/>
            </a:lvl1pPr>
            <a:lvl2pPr marL="685800" indent="0" defTabSz="1371600">
              <a:buNone/>
              <a:defRPr sz="4200"/>
            </a:lvl2pPr>
            <a:lvl3pPr marL="1371600" indent="0" defTabSz="1371600">
              <a:buNone/>
              <a:defRPr sz="3600"/>
            </a:lvl3pPr>
            <a:lvl4pPr marL="2057400" indent="0" defTabSz="1371600">
              <a:buNone/>
              <a:defRPr sz="3000"/>
            </a:lvl4pPr>
            <a:lvl5pPr marL="2743200" indent="0" defTabSz="1371600">
              <a:buNone/>
              <a:defRPr sz="3000"/>
            </a:lvl5pPr>
            <a:lvl6pPr marL="3429000" indent="0" defTabSz="1371600">
              <a:buNone/>
              <a:defRPr sz="3000"/>
            </a:lvl6pPr>
            <a:lvl7pPr marL="4114800" indent="0" defTabSz="1371600">
              <a:buNone/>
              <a:defRPr sz="3000"/>
            </a:lvl7pPr>
            <a:lvl8pPr marL="4800600" indent="0" defTabSz="1371600">
              <a:buNone/>
              <a:defRPr sz="3000"/>
            </a:lvl8pPr>
            <a:lvl9pPr marL="5486400" indent="0" defTabSz="1371600">
              <a:buNone/>
              <a:defRPr sz="3000"/>
            </a:lvl9pPr>
          </a:lstStyle>
          <a:p>
            <a:pPr lvl="0"/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1259682" y="3086100"/>
            <a:ext cx="5898355" cy="5717382"/>
          </a:xfrm>
        </p:spPr>
        <p:txBody>
          <a:bodyPr/>
          <a:lstStyle>
            <a:lvl1pPr marL="0" indent="0" defTabSz="1371600">
              <a:buNone/>
              <a:defRPr sz="2400"/>
            </a:lvl1pPr>
            <a:lvl2pPr marL="685800" indent="0" defTabSz="1371600">
              <a:buNone/>
              <a:defRPr sz="2100"/>
            </a:lvl2pPr>
            <a:lvl3pPr marL="1371600" indent="0" defTabSz="1371600">
              <a:buNone/>
              <a:defRPr sz="1800"/>
            </a:lvl3pPr>
            <a:lvl4pPr marL="2057400" indent="0" defTabSz="1371600">
              <a:buNone/>
              <a:defRPr sz="1500"/>
            </a:lvl4pPr>
            <a:lvl5pPr marL="2743200" indent="0" defTabSz="1371600">
              <a:buNone/>
              <a:defRPr sz="1500"/>
            </a:lvl5pPr>
            <a:lvl6pPr marL="3429000" indent="0" defTabSz="1371600">
              <a:buNone/>
              <a:defRPr sz="1500"/>
            </a:lvl6pPr>
            <a:lvl7pPr marL="4114800" indent="0" defTabSz="1371600">
              <a:buNone/>
              <a:defRPr sz="1500"/>
            </a:lvl7pPr>
            <a:lvl8pPr marL="4800600" indent="0" defTabSz="1371600">
              <a:buNone/>
              <a:defRPr sz="1500"/>
            </a:lvl8pPr>
            <a:lvl9pPr marL="5486400" indent="0" defTabSz="137160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11512550" y="547687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579547" y="547687"/>
            <a:ext cx="10704401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DB8A8B03-068A-4BBA-891A-97D29827DC67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19000"/>
                <a:lumOff val="81000"/>
              </a:schemeClr>
            </a:gs>
            <a:gs pos="59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95000"/>
                <a:alpha val="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9265444"/>
            <a:ext cx="18288000" cy="1238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1257300" y="547687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1257300" y="2738437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1257300" y="9534525"/>
            <a:ext cx="4114800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371600">
              <a:defRPr sz="1800">
                <a:solidFill>
                  <a:schemeClr val="bg2"/>
                </a:solidFill>
              </a:defRPr>
            </a:lvl1pPr>
          </a:lstStyle>
          <a:p>
            <a:fld id="{61F786C1-88E4-4918-AD9C-B21FFFBE3F1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6057900" y="9534525"/>
            <a:ext cx="6172200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371600">
              <a:defRPr sz="18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12915900" y="9534525"/>
            <a:ext cx="4114800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371600">
              <a:defRPr sz="1800">
                <a:solidFill>
                  <a:schemeClr val="bg2"/>
                </a:solidFill>
              </a:defRPr>
            </a:lvl1pPr>
          </a:lstStyle>
          <a:p>
            <a:fld id="{DB8A8B03-068A-4BBA-891A-97D29827DC67}" type="slidenum">
              <a:rPr lang="en-US" smtClean="0"/>
            </a:fld>
            <a:endParaRPr lang="en-US"/>
          </a:p>
        </p:txBody>
      </p:sp>
      <p:sp>
        <p:nvSpPr>
          <p:cNvPr id="9" name="Freeform 5"/>
          <p:cNvSpPr/>
          <p:nvPr/>
        </p:nvSpPr>
        <p:spPr bwMode="auto">
          <a:xfrm>
            <a:off x="15138399" y="0"/>
            <a:ext cx="2370665" cy="1828800"/>
          </a:xfrm>
          <a:custGeom>
            <a:avLst/>
            <a:gdLst/>
            <a:ahLst/>
            <a:cxnLst/>
            <a:rect l="l" t="t" r="r" b="b"/>
            <a:pathLst>
              <a:path w="348" h="652">
                <a:moveTo>
                  <a:pt x="348" y="652"/>
                </a:moveTo>
                <a:lnTo>
                  <a:pt x="175" y="464"/>
                </a:lnTo>
                <a:lnTo>
                  <a:pt x="0" y="652"/>
                </a:lnTo>
                <a:lnTo>
                  <a:pt x="0" y="0"/>
                </a:lnTo>
                <a:lnTo>
                  <a:pt x="348" y="0"/>
                </a:lnTo>
                <a:lnTo>
                  <a:pt x="348" y="652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885470" y="6394076"/>
            <a:ext cx="9373830" cy="36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r">
              <a:lnSpc>
                <a:spcPts val="2750"/>
              </a:lnSpc>
              <a:spcBef>
                <a:spcPct val="0"/>
              </a:spcBef>
            </a:pPr>
            <a:r>
              <a:rPr lang="en-US" sz="2750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</a:t>
            </a:r>
            <a:endParaRPr lang="en-US" sz="2750" spc="-217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760892" y="8677224"/>
            <a:ext cx="3366096" cy="263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ts val="2080"/>
              </a:lnSpc>
              <a:spcBef>
                <a:spcPct val="0"/>
              </a:spcBef>
            </a:pPr>
            <a:endParaRPr lang="en-US" sz="1600" b="1">
              <a:solidFill>
                <a:srgbClr val="2B2B2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760892" y="8966251"/>
            <a:ext cx="3366096" cy="263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ts val="2080"/>
              </a:lnSpc>
              <a:spcBef>
                <a:spcPct val="0"/>
              </a:spcBef>
            </a:pPr>
            <a:endParaRPr lang="en-US" sz="1600">
              <a:solidFill>
                <a:srgbClr val="2B2B2B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68701" y="990600"/>
            <a:ext cx="4321082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endParaRPr lang="en-US" sz="1800">
              <a:solidFill>
                <a:srgbClr val="545454"/>
              </a:solidFill>
              <a:latin typeface="Garet Light"/>
              <a:ea typeface="Garet Light"/>
              <a:cs typeface="Garet Light"/>
              <a:sym typeface="Garet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088760" y="954405"/>
            <a:ext cx="517054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85854" y="3950633"/>
            <a:ext cx="10773446" cy="122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r">
              <a:lnSpc>
                <a:spcPts val="8490"/>
              </a:lnSpc>
              <a:spcBef>
                <a:spcPct val="0"/>
              </a:spcBef>
            </a:pPr>
            <a:endParaRPr lang="en-US" sz="10885" u="none" spc="-859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0" y="1333500"/>
            <a:ext cx="6718352" cy="67183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514600" y="1104900"/>
            <a:ext cx="10896600" cy="84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5810"/>
              </a:lnSpc>
              <a:spcBef>
                <a:spcPct val="0"/>
              </a:spcBef>
            </a:pPr>
            <a:r>
              <a:rPr lang="en-US" sz="8000" b="1" spc="-458">
                <a:solidFill>
                  <a:srgbClr val="47672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Microsoft JhengHei UI" panose="020B0604030504040204" pitchFamily="34" charset="-120"/>
                <a:sym typeface="Archivo Black"/>
              </a:rPr>
              <a:t>Table of contents</a:t>
            </a:r>
            <a:endParaRPr lang="en-US" sz="8000" b="1" spc="-458">
              <a:solidFill>
                <a:srgbClr val="47672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Microsoft JhengHei UI" panose="020B0604030504040204" pitchFamily="34" charset="-120"/>
              <a:sym typeface="Archivo Black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2095500"/>
            <a:ext cx="46482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/>
              <a:t>Our team</a:t>
            </a:r>
            <a:endParaRPr lang="en-US" sz="6600"/>
          </a:p>
        </p:txBody>
      </p:sp>
      <p:sp>
        <p:nvSpPr>
          <p:cNvPr id="25" name="TextBox 24"/>
          <p:cNvSpPr txBox="1"/>
          <p:nvPr/>
        </p:nvSpPr>
        <p:spPr>
          <a:xfrm>
            <a:off x="1143000" y="3467100"/>
            <a:ext cx="3467099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/>
              <a:t>Idea</a:t>
            </a:r>
            <a:endParaRPr lang="en-US" sz="6600"/>
          </a:p>
        </p:txBody>
      </p:sp>
      <p:sp>
        <p:nvSpPr>
          <p:cNvPr id="26" name="TextBox 25"/>
          <p:cNvSpPr txBox="1"/>
          <p:nvPr/>
        </p:nvSpPr>
        <p:spPr>
          <a:xfrm>
            <a:off x="1219200" y="4686300"/>
            <a:ext cx="71628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/>
              <a:t>Stages of working</a:t>
            </a:r>
            <a:endParaRPr lang="en-US" sz="6600"/>
          </a:p>
        </p:txBody>
      </p:sp>
      <p:sp>
        <p:nvSpPr>
          <p:cNvPr id="27" name="TextBox 26"/>
          <p:cNvSpPr txBox="1"/>
          <p:nvPr/>
        </p:nvSpPr>
        <p:spPr>
          <a:xfrm>
            <a:off x="1219200" y="6210300"/>
            <a:ext cx="128778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/>
              <a:t>Technologies used</a:t>
            </a:r>
            <a:endParaRPr lang="en-US" sz="6600"/>
          </a:p>
        </p:txBody>
      </p:sp>
      <p:sp>
        <p:nvSpPr>
          <p:cNvPr id="28" name="TextBox 27"/>
          <p:cNvSpPr txBox="1"/>
          <p:nvPr/>
        </p:nvSpPr>
        <p:spPr>
          <a:xfrm>
            <a:off x="1219200" y="7810500"/>
            <a:ext cx="130302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/>
              <a:t>Project</a:t>
            </a:r>
            <a:endParaRPr lang="en-US" sz="6600"/>
          </a:p>
        </p:txBody>
      </p:sp>
      <p:pic>
        <p:nvPicPr>
          <p:cNvPr id="29" name="Picture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8100"/>
            <a:ext cx="2035854" cy="20358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514600" y="1104900"/>
            <a:ext cx="10896600" cy="84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5810"/>
              </a:lnSpc>
              <a:spcBef>
                <a:spcPct val="0"/>
              </a:spcBef>
            </a:pPr>
            <a:r>
              <a:rPr lang="en-US" sz="8000" b="1" spc="-458">
                <a:solidFill>
                  <a:srgbClr val="47672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Microsoft JhengHei UI" panose="020B0604030504040204" pitchFamily="34" charset="-120"/>
                <a:sym typeface="Archivo Black"/>
              </a:rPr>
              <a:t>TEAM</a:t>
            </a:r>
            <a:endParaRPr lang="en-US" sz="8000" b="1" spc="-458">
              <a:solidFill>
                <a:srgbClr val="47672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Microsoft JhengHei UI" panose="020B0604030504040204" pitchFamily="34" charset="-120"/>
              <a:sym typeface="Archivo Black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2095500"/>
            <a:ext cx="40386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600"/>
          </a:p>
        </p:txBody>
      </p:sp>
      <p:sp>
        <p:nvSpPr>
          <p:cNvPr id="25" name="TextBox 24"/>
          <p:cNvSpPr txBox="1"/>
          <p:nvPr/>
        </p:nvSpPr>
        <p:spPr>
          <a:xfrm>
            <a:off x="1676400" y="3009900"/>
            <a:ext cx="9906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rgbClr val="DA9A27"/>
                </a:solidFill>
              </a:rPr>
              <a:t>9B</a:t>
            </a:r>
            <a:r>
              <a:rPr lang="en-US" sz="6600"/>
              <a:t> </a:t>
            </a:r>
            <a:endParaRPr lang="en-US" sz="6600"/>
          </a:p>
        </p:txBody>
      </p:sp>
      <p:sp>
        <p:nvSpPr>
          <p:cNvPr id="26" name="TextBox 25"/>
          <p:cNvSpPr txBox="1"/>
          <p:nvPr/>
        </p:nvSpPr>
        <p:spPr>
          <a:xfrm>
            <a:off x="0" y="6667500"/>
            <a:ext cx="63246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600"/>
          </a:p>
        </p:txBody>
      </p:sp>
      <p:sp>
        <p:nvSpPr>
          <p:cNvPr id="27" name="TextBox 26"/>
          <p:cNvSpPr txBox="1"/>
          <p:nvPr/>
        </p:nvSpPr>
        <p:spPr>
          <a:xfrm>
            <a:off x="152400" y="2171700"/>
            <a:ext cx="38862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/>
              <a:t>Bozhidar Stanev</a:t>
            </a:r>
            <a:r>
              <a:rPr lang="en-US" sz="6600"/>
              <a:t> </a:t>
            </a:r>
            <a:endParaRPr lang="en-US" sz="6600"/>
          </a:p>
        </p:txBody>
      </p:sp>
      <p:sp>
        <p:nvSpPr>
          <p:cNvPr id="28" name="TextBox 27"/>
          <p:cNvSpPr txBox="1"/>
          <p:nvPr/>
        </p:nvSpPr>
        <p:spPr>
          <a:xfrm>
            <a:off x="1447800" y="7810500"/>
            <a:ext cx="128016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600"/>
          </a:p>
        </p:txBody>
      </p:sp>
      <p:pic>
        <p:nvPicPr>
          <p:cNvPr id="29" name="Picture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00" y="38100"/>
            <a:ext cx="2209800" cy="220979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343400" y="2476500"/>
            <a:ext cx="4267200" cy="76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/>
              <a:t>Aleksandar Petrov </a:t>
            </a:r>
            <a:endParaRPr lang="en-US" sz="4400"/>
          </a:p>
        </p:txBody>
      </p:sp>
      <p:sp>
        <p:nvSpPr>
          <p:cNvPr id="31" name="TextBox 30"/>
          <p:cNvSpPr txBox="1"/>
          <p:nvPr/>
        </p:nvSpPr>
        <p:spPr>
          <a:xfrm>
            <a:off x="9144000" y="2508254"/>
            <a:ext cx="3886200" cy="76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/>
              <a:t>Mustafa Husein</a:t>
            </a:r>
            <a:r>
              <a:rPr lang="en-US"/>
              <a:t> </a:t>
            </a:r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3411199" y="2476500"/>
            <a:ext cx="4495800" cy="76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/>
              <a:t>Nikoleta Georgieva</a:t>
            </a:r>
            <a:r>
              <a:rPr lang="en-US"/>
              <a:t> </a:t>
            </a:r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4630400" y="3728725"/>
            <a:ext cx="2209800" cy="76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C00000"/>
                </a:solidFill>
              </a:rPr>
              <a:t>Designer</a:t>
            </a:r>
            <a:r>
              <a:rPr lang="en-US" sz="4400"/>
              <a:t> </a:t>
            </a:r>
            <a:endParaRPr lang="en-US" sz="4400"/>
          </a:p>
        </p:txBody>
      </p:sp>
      <p:sp>
        <p:nvSpPr>
          <p:cNvPr id="41" name="TextBox 40"/>
          <p:cNvSpPr txBox="1"/>
          <p:nvPr/>
        </p:nvSpPr>
        <p:spPr>
          <a:xfrm>
            <a:off x="8991600" y="3848100"/>
            <a:ext cx="4876800" cy="76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C00000"/>
                </a:solidFill>
              </a:rPr>
              <a:t>Back-end Developer</a:t>
            </a:r>
            <a:r>
              <a:rPr lang="en-US" sz="4400"/>
              <a:t> </a:t>
            </a:r>
            <a:endParaRPr lang="en-US" sz="4400"/>
          </a:p>
        </p:txBody>
      </p:sp>
      <p:sp>
        <p:nvSpPr>
          <p:cNvPr id="42" name="TextBox 41"/>
          <p:cNvSpPr txBox="1"/>
          <p:nvPr/>
        </p:nvSpPr>
        <p:spPr>
          <a:xfrm>
            <a:off x="4343400" y="3924300"/>
            <a:ext cx="4876800" cy="642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C00000"/>
                </a:solidFill>
              </a:rPr>
              <a:t>Front-end Developer</a:t>
            </a:r>
            <a:r>
              <a:rPr lang="en-US"/>
              <a:t> </a:t>
            </a: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62000" y="4000501"/>
            <a:ext cx="2895601" cy="642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C00000"/>
                </a:solidFill>
              </a:rPr>
              <a:t>Scrum Trainer</a:t>
            </a:r>
            <a:r>
              <a:rPr lang="en-US"/>
              <a:t> </a:t>
            </a:r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096000" y="3235956"/>
            <a:ext cx="990600" cy="76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rgbClr val="DA9A27"/>
                </a:solidFill>
              </a:rPr>
              <a:t>9G</a:t>
            </a:r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5144750" y="3196599"/>
            <a:ext cx="800101" cy="76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rgbClr val="DA9A27"/>
                </a:solidFill>
              </a:rPr>
              <a:t>9B</a:t>
            </a:r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0668000" y="3241045"/>
            <a:ext cx="838200" cy="76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rgbClr val="DA9A27"/>
                </a:solidFill>
              </a:rPr>
              <a:t>9A</a:t>
            </a:r>
            <a:endParaRPr lang="en-US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991600" y="4686300"/>
            <a:ext cx="4000500" cy="400050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658848" y="4762500"/>
            <a:ext cx="4000500" cy="40005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6700" y="4914900"/>
            <a:ext cx="3810000" cy="3829049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4762500"/>
            <a:ext cx="40005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514600" y="1104900"/>
            <a:ext cx="10896600" cy="84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5810"/>
              </a:lnSpc>
              <a:spcBef>
                <a:spcPct val="0"/>
              </a:spcBef>
            </a:pPr>
            <a:r>
              <a:rPr lang="en-US" sz="8000" b="1" spc="-458">
                <a:solidFill>
                  <a:srgbClr val="47672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Microsoft JhengHei UI" panose="020B0604030504040204" pitchFamily="34" charset="-120"/>
                <a:sym typeface="Archivo Black"/>
              </a:rPr>
              <a:t>IDEA</a:t>
            </a:r>
            <a:endParaRPr lang="en-US" sz="8000" b="1" spc="-458">
              <a:solidFill>
                <a:srgbClr val="47672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Microsoft JhengHei UI" panose="020B0604030504040204" pitchFamily="34" charset="-120"/>
              <a:sym typeface="Archivo Black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2095500"/>
            <a:ext cx="5260294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endParaRPr lang="en-US" sz="6600"/>
          </a:p>
        </p:txBody>
      </p:sp>
      <p:pic>
        <p:nvPicPr>
          <p:cNvPr id="29" name="Picture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6024" y="114300"/>
            <a:ext cx="2146351" cy="21463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24000" y="2781300"/>
            <a:ext cx="14097000" cy="5032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rgbClr val="C00000"/>
                </a:solidFill>
              </a:rPr>
              <a:t>The game selects a secret word and the player must guess the letters of the word one by one. For each incorrect guess, a part of the hangman figure is drawn. The player wins by guessing the entire word before the hangman figure is complete, or loses if the figure is completed.</a:t>
            </a:r>
            <a:endParaRPr lang="en-US" sz="5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585133" y="88011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/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/>
        </p:txBody>
      </p:sp>
      <p:sp>
        <p:nvSpPr>
          <p:cNvPr id="5" name="AutoShape 5"/>
          <p:cNvSpPr/>
          <p:nvPr/>
        </p:nvSpPr>
        <p:spPr>
          <a:xfrm>
            <a:off x="1005646" y="4305300"/>
            <a:ext cx="13838306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/>
        </p:txBody>
      </p:sp>
      <p:sp>
        <p:nvSpPr>
          <p:cNvPr id="6" name="Freeform 6"/>
          <p:cNvSpPr/>
          <p:nvPr/>
        </p:nvSpPr>
        <p:spPr>
          <a:xfrm rot="5400000">
            <a:off x="15166200" y="3083701"/>
            <a:ext cx="1629446" cy="2396244"/>
          </a:xfrm>
          <a:custGeom>
            <a:avLst/>
            <a:gdLst/>
            <a:ahLst/>
            <a:cxnLst/>
            <a:rect l="l" t="t" r="r" b="b"/>
            <a:pathLst>
              <a:path w="1629446" h="2396244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rcRect/>
            <a:stretch>
              <a:fillRect/>
            </a:stretch>
          </a:blipFill>
        </p:spPr>
        <p:txBody>
          <a:bodyPr/>
          <a:lstStyle/>
          <a:p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43000" y="6282060"/>
            <a:ext cx="2133318" cy="183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ts val="286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0" indent="0" algn="l">
              <a:lnSpc>
                <a:spcPts val="286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0" indent="0" algn="l">
              <a:lnSpc>
                <a:spcPts val="286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0" indent="0" algn="l">
              <a:lnSpc>
                <a:spcPts val="286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0" indent="0" algn="l">
              <a:lnSpc>
                <a:spcPts val="286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956310" y="4081161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/>
            </a:stretch>
          </a:blipFill>
        </p:spPr>
        <p:txBody>
          <a:bodyPr/>
          <a:lstStyle/>
          <a:p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5005388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/>
            </a:stretch>
          </a:blipFill>
        </p:spPr>
        <p:txBody>
          <a:bodyPr/>
          <a:lstStyle/>
          <a:p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8982075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/>
            </a:stretch>
          </a:blipFill>
        </p:spPr>
        <p:txBody>
          <a:bodyPr/>
          <a:lstStyle/>
          <a:p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2958763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/>
            </a:stretch>
          </a:blipFill>
        </p:spPr>
        <p:txBody>
          <a:bodyPr/>
          <a:lstStyle/>
          <a:p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76800" y="981041"/>
            <a:ext cx="12801600" cy="110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rgbClr val="476725"/>
                </a:solidFill>
              </a:rPr>
              <a:t>STAGES OF WORKING</a:t>
            </a:r>
            <a:endParaRPr lang="en-US" b="1">
              <a:solidFill>
                <a:srgbClr val="476725"/>
              </a:solidFill>
            </a:endParaRPr>
          </a:p>
        </p:txBody>
      </p:sp>
      <p:pic>
        <p:nvPicPr>
          <p:cNvPr id="27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5900" y="114300"/>
            <a:ext cx="2146351" cy="2146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19076" y="5219700"/>
            <a:ext cx="1980918" cy="596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476725"/>
                </a:solidFill>
                <a:latin typeface="Calibri Light (Body)" charset="0"/>
                <a:ea typeface="Garet Bold"/>
                <a:cs typeface="Calibri Light (Body)" charset="0"/>
                <a:sym typeface="Garet Bold"/>
              </a:rPr>
              <a:t>1st week</a:t>
            </a:r>
            <a:endParaRPr lang="en-US" sz="3200" b="1">
              <a:solidFill>
                <a:srgbClr val="476725"/>
              </a:solidFill>
              <a:latin typeface="Calibri Light (Body)" charset="0"/>
              <a:ea typeface="Garet Bold"/>
              <a:cs typeface="Calibri Light (Body)" charset="0"/>
              <a:sym typeface="Garet Bol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929" y="6282060"/>
            <a:ext cx="3810071" cy="192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Create the design​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Create the logo​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Finding a mentor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63000" y="5295900"/>
            <a:ext cx="2057399" cy="916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3250"/>
              </a:lnSpc>
              <a:spcBef>
                <a:spcPct val="0"/>
              </a:spcBef>
            </a:pPr>
            <a:r>
              <a:rPr lang="en-US" sz="3200" b="1">
                <a:solidFill>
                  <a:srgbClr val="476725"/>
                </a:solidFill>
                <a:latin typeface="Calibri Light (Body)" charset="0"/>
                <a:ea typeface="Garet Bold"/>
                <a:cs typeface="Calibri Light (Body)" charset="0"/>
                <a:sym typeface="Garet Bold"/>
              </a:rPr>
              <a:t>3rd week</a:t>
            </a:r>
            <a:endParaRPr lang="en-US" sz="3200" b="1">
              <a:solidFill>
                <a:srgbClr val="476725"/>
              </a:solidFill>
              <a:latin typeface="Calibri Light (Body)" charset="0"/>
              <a:ea typeface="Garet Bold"/>
              <a:cs typeface="Calibri Light (Body)" charset="0"/>
              <a:sym typeface="Garet Bold"/>
            </a:endParaRPr>
          </a:p>
          <a:p>
            <a:pPr marL="0" indent="0" algn="l">
              <a:lnSpc>
                <a:spcPts val="3250"/>
              </a:lnSpc>
              <a:spcBef>
                <a:spcPct val="0"/>
              </a:spcBef>
            </a:pPr>
            <a:endParaRPr lang="en-US" sz="2500" b="1">
              <a:solidFill>
                <a:srgbClr val="000000"/>
              </a:solidFill>
              <a:latin typeface="Calibri Light (Body)" charset="0"/>
              <a:ea typeface="Garet Bold"/>
              <a:cs typeface="Calibri Light (Body)" charset="0"/>
              <a:sym typeface="Garet Bol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725276" y="5143500"/>
            <a:ext cx="2055302" cy="596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476725"/>
                </a:solidFill>
                <a:latin typeface="Calibri Light (Body)" charset="0"/>
                <a:ea typeface="Garet Bold"/>
                <a:cs typeface="Calibri Light (Body)" charset="0"/>
                <a:sym typeface="Garet Bold"/>
              </a:rPr>
              <a:t>4th week</a:t>
            </a:r>
            <a:endParaRPr lang="en-US" sz="3200" b="1">
              <a:solidFill>
                <a:srgbClr val="476725"/>
              </a:solidFill>
              <a:latin typeface="Calibri Light (Body)" charset="0"/>
              <a:ea typeface="Garet Bold"/>
              <a:cs typeface="Calibri Light (Body)" charset="0"/>
              <a:sym typeface="Garet Bol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38600" y="6038060"/>
            <a:ext cx="4038600" cy="2303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Starting to work on the game.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Adding new ideas or changing old ones.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24276" y="5143500"/>
            <a:ext cx="2251046" cy="596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476725"/>
                </a:solidFill>
                <a:latin typeface="Calibri Light (Body)" charset="0"/>
                <a:ea typeface="Garet Bold"/>
                <a:cs typeface="Calibri Light (Body)" charset="0"/>
                <a:sym typeface="Garet Bold"/>
              </a:rPr>
              <a:t>2nd week</a:t>
            </a:r>
            <a:endParaRPr lang="en-US" sz="3200" b="1">
              <a:solidFill>
                <a:srgbClr val="476725"/>
              </a:solidFill>
              <a:latin typeface="Calibri Light (Body)" charset="0"/>
              <a:ea typeface="Garet Bold"/>
              <a:cs typeface="Calibri Light (Body)" charset="0"/>
              <a:sym typeface="Garet Bol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24799" y="5981700"/>
            <a:ext cx="4266919" cy="2303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Still to work on the game.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Adding new ideas or changing old ones.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496800" y="5986119"/>
            <a:ext cx="4495798" cy="192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Finishing the game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Create documentation​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  <a:p>
            <a:pPr marL="457200" indent="-457200" algn="l">
              <a:lnSpc>
                <a:spcPts val="28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DA9A27"/>
                </a:solidFill>
                <a:latin typeface="Calibri Light (Body)" charset="0"/>
                <a:ea typeface="Garet"/>
                <a:cs typeface="Calibri Light (Body)" charset="0"/>
                <a:sym typeface="Garet"/>
              </a:rPr>
              <a:t>Create presentation​</a:t>
            </a:r>
            <a:endParaRPr lang="en-US" sz="3200">
              <a:solidFill>
                <a:srgbClr val="DA9A27"/>
              </a:solidFill>
              <a:latin typeface="Calibri Light (Body)" charset="0"/>
              <a:ea typeface="Garet"/>
              <a:cs typeface="Calibri Light (Body)" charset="0"/>
              <a:sym typeface="Garet"/>
            </a:endParaRPr>
          </a:p>
        </p:txBody>
      </p:sp>
      <p:sp>
        <p:nvSpPr>
          <p:cNvPr id="2" name="AutoShape 4"/>
          <p:cNvSpPr/>
          <p:nvPr/>
        </p:nvSpPr>
        <p:spPr>
          <a:xfrm>
            <a:off x="-381298" y="91059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4400" y="800100"/>
            <a:ext cx="128016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rgbClr val="476725"/>
                </a:solidFill>
              </a:rPr>
              <a:t>TECHNOLOGIES USED</a:t>
            </a:r>
            <a:endParaRPr lang="en-US" b="1">
              <a:solidFill>
                <a:srgbClr val="476725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4960100"/>
            <a:ext cx="381000" cy="36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    </a:t>
            </a:r>
            <a:endParaRPr lang="en-US"/>
          </a:p>
        </p:txBody>
      </p:sp>
      <p:pic>
        <p:nvPicPr>
          <p:cNvPr id="7" name="Picture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0" y="38101"/>
            <a:ext cx="2146351" cy="2146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2552700"/>
            <a:ext cx="2794865" cy="278129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2324100"/>
            <a:ext cx="3124202" cy="312420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10600" y="1714500"/>
            <a:ext cx="4114800" cy="41148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182601" y="1485900"/>
            <a:ext cx="4495800" cy="44958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277600" y="5524500"/>
            <a:ext cx="3657600" cy="340357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590800" y="5524500"/>
            <a:ext cx="314325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0" y="4305300"/>
            <a:ext cx="12801600" cy="119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>
                <a:solidFill>
                  <a:srgbClr val="C00000"/>
                </a:solidFill>
              </a:rPr>
              <a:t>Now let’s see the project</a:t>
            </a:r>
            <a:endParaRPr lang="en-US" sz="7200">
              <a:solidFill>
                <a:srgbClr val="C00000"/>
              </a:solidFill>
            </a:endParaRPr>
          </a:p>
        </p:txBody>
      </p:sp>
      <p:pic>
        <p:nvPicPr>
          <p:cNvPr id="3" name="Picture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6024" y="114300"/>
            <a:ext cx="2146351" cy="2146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ook Club">
  <a:themeElements>
    <a:clrScheme name="Book Club">
      <a:dk1>
        <a:sysClr val="windowText" lastClr="000000"/>
      </a:dk1>
      <a:lt1>
        <a:sysClr val="window" lastClr="FFFFFF"/>
      </a:lt1>
      <a:dk2>
        <a:srgbClr val="273A3D"/>
      </a:dk2>
      <a:lt2>
        <a:srgbClr val="E7E6E1"/>
      </a:lt2>
      <a:accent1>
        <a:srgbClr val="B22828"/>
      </a:accent1>
      <a:accent2>
        <a:srgbClr val="A42455"/>
      </a:accent2>
      <a:accent3>
        <a:srgbClr val="1F6D9D"/>
      </a:accent3>
      <a:accent4>
        <a:srgbClr val="3C8C6E"/>
      </a:accent4>
      <a:accent5>
        <a:srgbClr val="903089"/>
      </a:accent5>
      <a:accent6>
        <a:srgbClr val="4CA8E6"/>
      </a:accent6>
      <a:hlink>
        <a:srgbClr val="4CA8E6"/>
      </a:hlink>
      <a:folHlink>
        <a:srgbClr val="86C4EE"/>
      </a:folHlink>
    </a:clrScheme>
    <a:fontScheme name="Book Club">
      <a:majorFont>
        <a:latin typeface="Calibri bold"/>
        <a:ea typeface=""/>
        <a:cs typeface=""/>
      </a:majorFont>
      <a:minorFont>
        <a:latin typeface="Calibri Light"/>
        <a:ea typeface=""/>
        <a:cs typeface=""/>
      </a:minorFont>
    </a:fontScheme>
    <a:fmtScheme name="Book Club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WPS Presentation</Application>
  <PresentationFormat>On-screen Show (4:3)</PresentationFormat>
  <Paragraphs>86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Archivo Black</vt:lpstr>
      <vt:lpstr>Segoe Print</vt:lpstr>
      <vt:lpstr>Garet Bold</vt:lpstr>
      <vt:lpstr>Garet</vt:lpstr>
      <vt:lpstr>Garet Light</vt:lpstr>
      <vt:lpstr>Microsoft JhengHei UI</vt:lpstr>
      <vt:lpstr>Calibri Light (Body)</vt:lpstr>
      <vt:lpstr>Calibri</vt:lpstr>
      <vt:lpstr>Calibri Light</vt:lpstr>
      <vt:lpstr>Microsoft YaHei</vt:lpstr>
      <vt:lpstr>Arial Unicode MS</vt:lpstr>
      <vt:lpstr>Calibri bold</vt:lpstr>
      <vt:lpstr>Book Club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Николета</cp:lastModifiedBy>
  <cp:revision>5</cp:revision>
  <dcterms:created xsi:type="dcterms:W3CDTF">2006-08-16T00:00:00Z</dcterms:created>
  <dcterms:modified xsi:type="dcterms:W3CDTF">2025-12-07T15:36:09Z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6277FA15FABD480FBCA833A640962336_12</vt:lpwstr>
  </property>
  <property fmtid="{D5CDD505-2E9C-101B-9397-08002B2CF9AE}" pid="3" name="KSOProductBuildVer">
    <vt:lpwstr>1033-12.2.0.23155</vt:lpwstr>
  </property>
</Properties>
</file>