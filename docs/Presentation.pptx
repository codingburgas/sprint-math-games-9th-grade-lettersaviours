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2"/>
  </p:notesMasterIdLst>
  <p:sldIdLst>
    <p:sldId id="256" r:id="rId3"/>
    <p:sldId id="257" r:id="rId4"/>
    <p:sldId id="270" r:id="rId5"/>
    <p:sldId id="271" r:id="rId6"/>
    <p:sldId id="262" r:id="rId7"/>
    <p:sldId id="273" r:id="rId8"/>
    <p:sldId id="274" r:id="rId9"/>
  </p:sldIdLst>
  <p:sldSz cx="18288000" cy="10287000" type="custom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0" orient="horz" pos="2160" userDrawn="1">
          <p15:clr>
            <a:srgbClr val="A4A3A4"/>
          </p15:clr>
        </p15:guide>
        <p15:guide id="1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3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EditPoints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  <a:p>
            <a:endParaRPr lang="en-US"/>
          </a:p>
        </p:txBody>
      </p:sp>
      <p:sp>
        <p:nvSpPr>
          <p:cNvPr id="3" name="Date Placeholder 2"/>
          <p:cNvSpPr>
            <a:spLocks noGrp="1" noEditPoints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/>
          <a:p>
            <a:r>
              <a:rPr lang="en-US" smtClean="0"/>
              <a:t>*</a:t>
            </a:r>
            <a:endParaRPr lang="en-US"/>
          </a:p>
        </p:txBody>
      </p:sp>
      <p:sp>
        <p:nvSpPr>
          <p:cNvPr id="4" name="Slide Image Placeholder 3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  <a:p>
            <a:endParaRPr lang="en-US"/>
          </a:p>
        </p:txBody>
      </p:sp>
      <p:sp>
        <p:nvSpPr>
          <p:cNvPr id="5" name="Notes Placeholder 4"/>
          <p:cNvSpPr>
            <a:spLocks noGrp="1" noEditPoints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/>
          <a:p>
            <a:r>
              <a:rPr lang="en-US" smtClean="0"/>
              <a:t>#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23BC3673-7974-4A61-BC72-5EFEB0EE4DE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876CD41-78F5-4162-9B83-63BDA43B49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861B23D3-151C-4C26-B849-08A8373FAFB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861B23D3-151C-4C26-B849-08A8373FAFB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A1898C3A-34DC-4CAA-87E6-A33C948593C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0D2DE163-2EC3-4AB7-A900-13C8476C9FD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BA1B1F1A-FF4B-4A6B-A09E-7DEFE2EC536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167367"/>
            <a:ext cx="18288000" cy="48082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 noEditPoints="1"/>
          </p:cNvSpPr>
          <p:nvPr>
            <p:ph type="ctrTitle"/>
          </p:nvPr>
        </p:nvSpPr>
        <p:spPr>
          <a:xfrm>
            <a:off x="2286000" y="2734813"/>
            <a:ext cx="13716000" cy="3581400"/>
          </a:xfrm>
        </p:spPr>
        <p:txBody>
          <a:bodyPr anchor="b"/>
          <a:lstStyle>
            <a:lvl1pPr algn="ctr" defTabSz="1371600">
              <a:defRPr sz="90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 noEditPoints="1"/>
          </p:cNvSpPr>
          <p:nvPr>
            <p:ph type="subTitle" idx="1"/>
          </p:nvPr>
        </p:nvSpPr>
        <p:spPr>
          <a:xfrm>
            <a:off x="2286000" y="6742197"/>
            <a:ext cx="13716000" cy="2483643"/>
          </a:xfrm>
        </p:spPr>
        <p:txBody>
          <a:bodyPr/>
          <a:lstStyle>
            <a:lvl1pPr marL="0" indent="0" algn="ctr" defTabSz="1371600">
              <a:buNone/>
              <a:defRPr sz="3600">
                <a:solidFill>
                  <a:schemeClr val="bg2"/>
                </a:solidFill>
              </a:defRPr>
            </a:lvl1pPr>
            <a:lvl2pPr marL="685800" indent="0" algn="ctr" defTabSz="1371600">
              <a:buNone/>
              <a:defRPr sz="3000"/>
            </a:lvl2pPr>
            <a:lvl3pPr marL="1371600" indent="0" algn="ctr" defTabSz="1371600">
              <a:buNone/>
              <a:defRPr sz="2700"/>
            </a:lvl3pPr>
            <a:lvl4pPr marL="2057400" indent="0" algn="ctr" defTabSz="1371600">
              <a:buNone/>
              <a:defRPr sz="2400"/>
            </a:lvl4pPr>
            <a:lvl5pPr marL="2743200" indent="0" algn="ctr" defTabSz="1371600">
              <a:buNone/>
              <a:defRPr sz="2400"/>
            </a:lvl5pPr>
            <a:lvl6pPr marL="3429000" indent="0" algn="ctr" defTabSz="1371600">
              <a:buNone/>
              <a:defRPr sz="2400"/>
            </a:lvl6pPr>
            <a:lvl7pPr marL="4114800" indent="0" algn="ctr" defTabSz="1371600">
              <a:buNone/>
              <a:defRPr sz="2400"/>
            </a:lvl7pPr>
            <a:lvl8pPr marL="4800600" indent="0" algn="ctr" defTabSz="1371600">
              <a:buNone/>
              <a:defRPr sz="2400"/>
            </a:lvl8pPr>
            <a:lvl9pPr marL="5486400" indent="0" algn="ctr" defTabSz="1371600">
              <a:buNone/>
              <a:defRPr sz="2400"/>
            </a:lvl9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5" name="Freeform 5"/>
          <p:cNvSpPr/>
          <p:nvPr/>
        </p:nvSpPr>
        <p:spPr bwMode="auto">
          <a:xfrm>
            <a:off x="15138399" y="0"/>
            <a:ext cx="2370665" cy="1828800"/>
          </a:xfrm>
          <a:custGeom>
            <a:avLst/>
            <a:rect l="l" t="t" r="r" b="b"/>
            <a:pathLst>
              <a:path w="348" h="652">
                <a:moveTo>
                  <a:pt x="348" y="652"/>
                </a:moveTo>
                <a:lnTo>
                  <a:pt x="175" y="464"/>
                </a:lnTo>
                <a:lnTo>
                  <a:pt x="0" y="652"/>
                </a:lnTo>
                <a:lnTo>
                  <a:pt x="0" y="0"/>
                </a:lnTo>
                <a:lnTo>
                  <a:pt x="348" y="0"/>
                </a:lnTo>
                <a:lnTo>
                  <a:pt x="348" y="652"/>
                </a:ln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dt="0"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1247775" y="2564607"/>
            <a:ext cx="15773401" cy="4279105"/>
          </a:xfrm>
        </p:spPr>
        <p:txBody>
          <a:bodyPr anchor="b"/>
          <a:lstStyle>
            <a:lvl1pPr defTabSz="1371600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1247775" y="6884194"/>
            <a:ext cx="15773401" cy="2250281"/>
          </a:xfrm>
        </p:spPr>
        <p:txBody>
          <a:bodyPr/>
          <a:lstStyle>
            <a:lvl1pPr marL="0" indent="0" defTabSz="137160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 defTabSz="137160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defTabSz="137160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defTabSz="137160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sz="half" idx="1"/>
          </p:nvPr>
        </p:nvSpPr>
        <p:spPr>
          <a:xfrm>
            <a:off x="1257300" y="2738437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 noEditPoints="1"/>
          </p:cNvSpPr>
          <p:nvPr>
            <p:ph sz="half" idx="2"/>
          </p:nvPr>
        </p:nvSpPr>
        <p:spPr>
          <a:xfrm>
            <a:off x="9258300" y="2738437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1259682" y="547687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1259682" y="2521744"/>
            <a:ext cx="7736680" cy="1235868"/>
          </a:xfrm>
        </p:spPr>
        <p:txBody>
          <a:bodyPr anchor="b"/>
          <a:lstStyle>
            <a:lvl1pPr marL="0" indent="0" defTabSz="1371600">
              <a:buNone/>
              <a:defRPr sz="3600" b="1"/>
            </a:lvl1pPr>
            <a:lvl2pPr marL="685800" indent="0" defTabSz="1371600">
              <a:buNone/>
              <a:defRPr sz="3000" b="1"/>
            </a:lvl2pPr>
            <a:lvl3pPr marL="1371600" indent="0" defTabSz="1371600">
              <a:buNone/>
              <a:defRPr sz="2700" b="1"/>
            </a:lvl3pPr>
            <a:lvl4pPr marL="2057400" indent="0" defTabSz="1371600">
              <a:buNone/>
              <a:defRPr sz="2400" b="1"/>
            </a:lvl4pPr>
            <a:lvl5pPr marL="2743200" indent="0" defTabSz="1371600">
              <a:buNone/>
              <a:defRPr sz="2400" b="1"/>
            </a:lvl5pPr>
            <a:lvl6pPr marL="3429000" indent="0" defTabSz="1371600">
              <a:buNone/>
              <a:defRPr sz="2400" b="1"/>
            </a:lvl6pPr>
            <a:lvl7pPr marL="4114800" indent="0" defTabSz="1371600">
              <a:buNone/>
              <a:defRPr sz="2400" b="1"/>
            </a:lvl7pPr>
            <a:lvl8pPr marL="4800600" indent="0" defTabSz="1371600">
              <a:buNone/>
              <a:defRPr sz="2400" b="1"/>
            </a:lvl8pPr>
            <a:lvl9pPr marL="5486400" indent="0" defTabSz="137160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 noEditPoints="1"/>
          </p:cNvSpPr>
          <p:nvPr>
            <p:ph sz="half" idx="2"/>
          </p:nvPr>
        </p:nvSpPr>
        <p:spPr>
          <a:xfrm>
            <a:off x="1259682" y="3757612"/>
            <a:ext cx="7736680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 noEditPoints="1"/>
          </p:cNvSpPr>
          <p:nvPr>
            <p:ph type="body" sz="quarter" idx="3"/>
          </p:nvPr>
        </p:nvSpPr>
        <p:spPr>
          <a:xfrm>
            <a:off x="9258300" y="2521744"/>
            <a:ext cx="7774782" cy="1235868"/>
          </a:xfrm>
        </p:spPr>
        <p:txBody>
          <a:bodyPr anchor="b"/>
          <a:lstStyle>
            <a:lvl1pPr marL="0" indent="0" defTabSz="1371600">
              <a:buNone/>
              <a:defRPr sz="3600" b="1"/>
            </a:lvl1pPr>
            <a:lvl2pPr marL="685800" indent="0" defTabSz="1371600">
              <a:buNone/>
              <a:defRPr sz="3000" b="1"/>
            </a:lvl2pPr>
            <a:lvl3pPr marL="1371600" indent="0" defTabSz="1371600">
              <a:buNone/>
              <a:defRPr sz="2700" b="1"/>
            </a:lvl3pPr>
            <a:lvl4pPr marL="2057400" indent="0" defTabSz="1371600">
              <a:buNone/>
              <a:defRPr sz="2400" b="1"/>
            </a:lvl4pPr>
            <a:lvl5pPr marL="2743200" indent="0" defTabSz="1371600">
              <a:buNone/>
              <a:defRPr sz="2400" b="1"/>
            </a:lvl5pPr>
            <a:lvl6pPr marL="3429000" indent="0" defTabSz="1371600">
              <a:buNone/>
              <a:defRPr sz="2400" b="1"/>
            </a:lvl6pPr>
            <a:lvl7pPr marL="4114800" indent="0" defTabSz="1371600">
              <a:buNone/>
              <a:defRPr sz="2400" b="1"/>
            </a:lvl7pPr>
            <a:lvl8pPr marL="4800600" indent="0" defTabSz="1371600">
              <a:buNone/>
              <a:defRPr sz="2400" b="1"/>
            </a:lvl8pPr>
            <a:lvl9pPr marL="5486400" indent="0" defTabSz="137160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 noEditPoints="1"/>
          </p:cNvSpPr>
          <p:nvPr>
            <p:ph sz="quarter" idx="4"/>
          </p:nvPr>
        </p:nvSpPr>
        <p:spPr>
          <a:xfrm>
            <a:off x="9258300" y="3757612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8" name="Footer Placeholder 7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4" name="Footer Placeholder 3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dt="0"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1259682" y="685800"/>
            <a:ext cx="5898355" cy="2400300"/>
          </a:xfrm>
        </p:spPr>
        <p:txBody>
          <a:bodyPr anchor="b"/>
          <a:lstStyle>
            <a:lvl1pPr defTabSz="1371600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>
          <a:xfrm>
            <a:off x="7774782" y="1481137"/>
            <a:ext cx="9258300" cy="7310438"/>
          </a:xfrm>
        </p:spPr>
        <p:txBody>
          <a:bodyPr/>
          <a:lstStyle>
            <a:lvl1pPr defTabSz="1371600">
              <a:defRPr sz="4800"/>
            </a:lvl1pPr>
            <a:lvl2pPr defTabSz="1371600">
              <a:defRPr sz="4200"/>
            </a:lvl2pPr>
            <a:lvl3pPr defTabSz="1371600">
              <a:defRPr sz="3600"/>
            </a:lvl3pPr>
            <a:lvl4pPr defTabSz="1371600">
              <a:defRPr sz="3000"/>
            </a:lvl4pPr>
            <a:lvl5pPr defTabSz="1371600">
              <a:defRPr sz="3000"/>
            </a:lvl5pPr>
            <a:lvl6pPr defTabSz="1371600">
              <a:defRPr sz="3000"/>
            </a:lvl6pPr>
            <a:lvl7pPr defTabSz="1371600">
              <a:defRPr sz="3000"/>
            </a:lvl7pPr>
            <a:lvl8pPr defTabSz="1371600">
              <a:defRPr sz="3000"/>
            </a:lvl8pPr>
            <a:lvl9pPr defTabSz="1371600"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 noEditPoints="1"/>
          </p:cNvSpPr>
          <p:nvPr>
            <p:ph type="body" sz="half" idx="2"/>
          </p:nvPr>
        </p:nvSpPr>
        <p:spPr>
          <a:xfrm>
            <a:off x="1259682" y="3086100"/>
            <a:ext cx="5898355" cy="5717382"/>
          </a:xfrm>
        </p:spPr>
        <p:txBody>
          <a:bodyPr/>
          <a:lstStyle>
            <a:lvl1pPr marL="0" indent="0" defTabSz="1371600">
              <a:buNone/>
              <a:defRPr sz="2400"/>
            </a:lvl1pPr>
            <a:lvl2pPr marL="685800" indent="0" defTabSz="1371600">
              <a:buNone/>
              <a:defRPr sz="2100"/>
            </a:lvl2pPr>
            <a:lvl3pPr marL="1371600" indent="0" defTabSz="1371600">
              <a:buNone/>
              <a:defRPr sz="1800"/>
            </a:lvl3pPr>
            <a:lvl4pPr marL="2057400" indent="0" defTabSz="1371600">
              <a:buNone/>
              <a:defRPr sz="1500"/>
            </a:lvl4pPr>
            <a:lvl5pPr marL="2743200" indent="0" defTabSz="1371600">
              <a:buNone/>
              <a:defRPr sz="1500"/>
            </a:lvl5pPr>
            <a:lvl6pPr marL="3429000" indent="0" defTabSz="1371600">
              <a:buNone/>
              <a:defRPr sz="1500"/>
            </a:lvl6pPr>
            <a:lvl7pPr marL="4114800" indent="0" defTabSz="1371600">
              <a:buNone/>
              <a:defRPr sz="1500"/>
            </a:lvl7pPr>
            <a:lvl8pPr marL="4800600" indent="0" defTabSz="1371600">
              <a:buNone/>
              <a:defRPr sz="1500"/>
            </a:lvl8pPr>
            <a:lvl9pPr marL="5486400" indent="0" defTabSz="137160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1259682" y="685800"/>
            <a:ext cx="5898355" cy="2400300"/>
          </a:xfrm>
        </p:spPr>
        <p:txBody>
          <a:bodyPr anchor="b"/>
          <a:lstStyle>
            <a:lvl1pPr defTabSz="1371600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EditPoints="1"/>
          </p:cNvSpPr>
          <p:nvPr>
            <p:ph type="pic" idx="1"/>
          </p:nvPr>
        </p:nvSpPr>
        <p:spPr>
          <a:xfrm>
            <a:off x="7774782" y="1481137"/>
            <a:ext cx="9258300" cy="7310438"/>
          </a:xfrm>
        </p:spPr>
        <p:txBody>
          <a:bodyPr/>
          <a:lstStyle>
            <a:lvl1pPr marL="0" indent="0" defTabSz="1371600">
              <a:buNone/>
              <a:defRPr sz="4800"/>
            </a:lvl1pPr>
            <a:lvl2pPr marL="685800" indent="0" defTabSz="1371600">
              <a:buNone/>
              <a:defRPr sz="4200"/>
            </a:lvl2pPr>
            <a:lvl3pPr marL="1371600" indent="0" defTabSz="1371600">
              <a:buNone/>
              <a:defRPr sz="3600"/>
            </a:lvl3pPr>
            <a:lvl4pPr marL="2057400" indent="0" defTabSz="1371600">
              <a:buNone/>
              <a:defRPr sz="3000"/>
            </a:lvl4pPr>
            <a:lvl5pPr marL="2743200" indent="0" defTabSz="1371600">
              <a:buNone/>
              <a:defRPr sz="3000"/>
            </a:lvl5pPr>
            <a:lvl6pPr marL="3429000" indent="0" defTabSz="1371600">
              <a:buNone/>
              <a:defRPr sz="3000"/>
            </a:lvl6pPr>
            <a:lvl7pPr marL="4114800" indent="0" defTabSz="1371600">
              <a:buNone/>
              <a:defRPr sz="3000"/>
            </a:lvl7pPr>
            <a:lvl8pPr marL="4800600" indent="0" defTabSz="1371600">
              <a:buNone/>
              <a:defRPr sz="3000"/>
            </a:lvl8pPr>
            <a:lvl9pPr marL="5486400" indent="0" defTabSz="1371600">
              <a:buNone/>
              <a:defRPr sz="3000"/>
            </a:lvl9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 noEditPoints="1"/>
          </p:cNvSpPr>
          <p:nvPr>
            <p:ph type="body" sz="half" idx="2"/>
          </p:nvPr>
        </p:nvSpPr>
        <p:spPr>
          <a:xfrm>
            <a:off x="1259682" y="3086100"/>
            <a:ext cx="5898355" cy="5717382"/>
          </a:xfrm>
        </p:spPr>
        <p:txBody>
          <a:bodyPr/>
          <a:lstStyle>
            <a:lvl1pPr marL="0" indent="0" defTabSz="1371600">
              <a:buNone/>
              <a:defRPr sz="2400"/>
            </a:lvl1pPr>
            <a:lvl2pPr marL="685800" indent="0" defTabSz="1371600">
              <a:buNone/>
              <a:defRPr sz="2100"/>
            </a:lvl2pPr>
            <a:lvl3pPr marL="1371600" indent="0" defTabSz="1371600">
              <a:buNone/>
              <a:defRPr sz="1800"/>
            </a:lvl3pPr>
            <a:lvl4pPr marL="2057400" indent="0" defTabSz="1371600">
              <a:buNone/>
              <a:defRPr sz="1500"/>
            </a:lvl4pPr>
            <a:lvl5pPr marL="2743200" indent="0" defTabSz="1371600">
              <a:buNone/>
              <a:defRPr sz="1500"/>
            </a:lvl5pPr>
            <a:lvl6pPr marL="3429000" indent="0" defTabSz="1371600">
              <a:buNone/>
              <a:defRPr sz="1500"/>
            </a:lvl6pPr>
            <a:lvl7pPr marL="4114800" indent="0" defTabSz="1371600">
              <a:buNone/>
              <a:defRPr sz="1500"/>
            </a:lvl7pPr>
            <a:lvl8pPr marL="4800600" indent="0" defTabSz="1371600">
              <a:buNone/>
              <a:defRPr sz="1500"/>
            </a:lvl8pPr>
            <a:lvl9pPr marL="5486400" indent="0" defTabSz="137160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EditPoints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 noEditPoints="1"/>
          </p:cNvSpPr>
          <p:nvPr>
            <p:ph type="title" orient="vert"/>
          </p:nvPr>
        </p:nvSpPr>
        <p:spPr>
          <a:xfrm>
            <a:off x="11512550" y="547687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EditPoints="1"/>
          </p:cNvSpPr>
          <p:nvPr>
            <p:ph type="body" orient="vert" idx="1"/>
          </p:nvPr>
        </p:nvSpPr>
        <p:spPr>
          <a:xfrm>
            <a:off x="579547" y="547687"/>
            <a:ext cx="10704401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19000"/>
                <a:lumOff val="81000"/>
              </a:schemeClr>
            </a:gs>
            <a:gs pos="59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1">
                <a:lumMod val="95000"/>
                <a:alpha val="0"/>
              </a:schemeClr>
            </a:gs>
          </a:gsLst>
          <a:lin ang="5400000" scaled="0"/>
          <a:tileRect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9265444"/>
            <a:ext cx="18288000" cy="12385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 noEditPoints="1"/>
          </p:cNvSpPr>
          <p:nvPr>
            <p:ph type="title"/>
          </p:nvPr>
        </p:nvSpPr>
        <p:spPr>
          <a:xfrm>
            <a:off x="1257300" y="547687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1257300" y="2738437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2"/>
          </p:nvPr>
        </p:nvSpPr>
        <p:spPr>
          <a:xfrm>
            <a:off x="1257300" y="9534525"/>
            <a:ext cx="4114800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1371600">
              <a:defRPr sz="1800">
                <a:solidFill>
                  <a:schemeClr val="bg2"/>
                </a:solidFill>
              </a:defRPr>
            </a:lvl1pPr>
          </a:lstStyle>
          <a:p>
            <a:fld id="{61F786C1-88E4-4918-AD9C-B21FFFBE3F15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3"/>
          </p:nvPr>
        </p:nvSpPr>
        <p:spPr>
          <a:xfrm>
            <a:off x="6057900" y="9534525"/>
            <a:ext cx="6172200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defTabSz="1371600">
              <a:defRPr sz="18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4"/>
          </p:nvPr>
        </p:nvSpPr>
        <p:spPr>
          <a:xfrm>
            <a:off x="12915900" y="9534525"/>
            <a:ext cx="4114800" cy="5476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1371600">
              <a:defRPr sz="1800">
                <a:solidFill>
                  <a:schemeClr val="bg2"/>
                </a:solidFill>
              </a:defRPr>
            </a:lvl1pPr>
          </a:lstStyle>
          <a:p>
            <a:fld id="{DB8A8B03-068A-4BBA-891A-97D29827DC6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 5"/>
          <p:cNvSpPr/>
          <p:nvPr/>
        </p:nvSpPr>
        <p:spPr bwMode="auto">
          <a:xfrm>
            <a:off x="15138399" y="0"/>
            <a:ext cx="2370665" cy="1828800"/>
          </a:xfrm>
          <a:custGeom>
            <a:avLst/>
            <a:rect l="l" t="t" r="r" b="b"/>
            <a:pathLst>
              <a:path w="348" h="652">
                <a:moveTo>
                  <a:pt x="348" y="652"/>
                </a:moveTo>
                <a:lnTo>
                  <a:pt x="175" y="464"/>
                </a:lnTo>
                <a:lnTo>
                  <a:pt x="0" y="652"/>
                </a:lnTo>
                <a:lnTo>
                  <a:pt x="0" y="0"/>
                </a:lnTo>
                <a:lnTo>
                  <a:pt x="348" y="0"/>
                </a:lnTo>
                <a:lnTo>
                  <a:pt x="348" y="652"/>
                </a:ln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dt="0"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itchFamily="34" charset="0" panose="020B0604020202020204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4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slideLayout" Target="../slideLayouts/slideLayout7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7885470" y="6394076"/>
            <a:ext cx="9373830" cy="369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r">
              <a:lnSpc>
                <a:spcPts val="2748"/>
              </a:lnSpc>
              <a:spcBef>
                <a:spcPct val="0"/>
              </a:spcBef>
            </a:pPr>
            <a:r>
              <a:rPr lang="en-US" sz="2748" spc="-217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60892" y="8677224"/>
            <a:ext cx="3366096" cy="263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ts val="2079"/>
              </a:lnSpc>
              <a:spcBef>
                <a:spcPct val="0"/>
              </a:spcBef>
            </a:pPr>
            <a:endParaRPr lang="en-US" sz="1599" b="1">
              <a:solidFill>
                <a:srgbClr val="2B2B2B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760892" y="8966251"/>
            <a:ext cx="3366096" cy="263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ts val="2079"/>
              </a:lnSpc>
              <a:spcBef>
                <a:spcPct val="0"/>
              </a:spcBef>
            </a:pPr>
            <a:endParaRPr lang="en-US" sz="1599">
              <a:solidFill>
                <a:srgbClr val="2B2B2B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968701" y="990600"/>
            <a:ext cx="4321082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endParaRPr lang="en-US" sz="1800">
              <a:solidFill>
                <a:srgbClr val="545454"/>
              </a:solidFill>
              <a:latin typeface="Garet Light"/>
              <a:ea typeface="Garet Light"/>
              <a:cs typeface="Garet Light"/>
              <a:sym typeface="Garet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088760" y="954405"/>
            <a:ext cx="517054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endParaRPr lang="en-US" sz="20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485854" y="3950633"/>
            <a:ext cx="10773446" cy="122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r">
              <a:lnSpc>
                <a:spcPts val="8490"/>
              </a:lnSpc>
              <a:spcBef>
                <a:spcPct val="0"/>
              </a:spcBef>
            </a:pPr>
            <a:endParaRPr lang="en-US" sz="10885" u="none" spc="-859">
              <a:solidFill>
                <a:srgbClr val="000000"/>
              </a:solidFill>
              <a:latin typeface="Archivo Black"/>
              <a:ea typeface="Archivo Black"/>
              <a:cs typeface="Archivo Black"/>
              <a:sym typeface="Archivo Black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715000" y="1333500"/>
            <a:ext cx="6718352" cy="67183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514600" y="1104900"/>
            <a:ext cx="10896600" cy="848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5808"/>
              </a:lnSpc>
              <a:spcBef>
                <a:spcPct val="0"/>
              </a:spcBef>
            </a:pPr>
            <a:r>
              <a:rPr lang="en-US" sz="8000" b="1" spc="-458">
                <a:solidFill>
                  <a:srgbClr val="476725"/>
                </a:solidFill>
                <a:latin typeface="Microsoft JhengHei UI" pitchFamily="34" charset="0"/>
                <a:ea typeface="Microsoft JhengHei UI" pitchFamily="34" charset="0"/>
                <a:cs typeface="Microsoft JhengHei UI" pitchFamily="34" charset="0"/>
                <a:sym typeface="Archivo Black"/>
              </a:rPr>
              <a:t>Table of contents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095500"/>
            <a:ext cx="46482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r>
              <a:rPr lang="en-US" sz="6600"/>
              <a:t>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467100"/>
            <a:ext cx="3467099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r>
              <a:rPr lang="en-US" sz="6600"/>
              <a:t>Idea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4686300"/>
            <a:ext cx="71628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r>
              <a:rPr lang="en-US" sz="6600"/>
              <a:t>Stages of working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6210300"/>
            <a:ext cx="128778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r>
              <a:rPr lang="en-US" sz="6600"/>
              <a:t>Technologies 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7810500"/>
            <a:ext cx="130302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r>
              <a:rPr lang="en-US" sz="6600"/>
              <a:t>Project</a:t>
            </a:r>
          </a:p>
        </p:txBody>
      </p:sp>
      <p:pic>
        <p:nvPicPr>
          <p:cNvPr id="29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38100"/>
            <a:ext cx="2035854" cy="20358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514600" y="1104900"/>
            <a:ext cx="10896600" cy="848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5808"/>
              </a:lnSpc>
              <a:spcBef>
                <a:spcPct val="0"/>
              </a:spcBef>
            </a:pPr>
            <a:r>
              <a:rPr lang="en-US" sz="8000" b="1" spc="-458">
                <a:solidFill>
                  <a:srgbClr val="476725"/>
                </a:solidFill>
                <a:latin typeface="Microsoft JhengHei UI" pitchFamily="34" charset="0"/>
                <a:ea typeface="Microsoft JhengHei UI" pitchFamily="34" charset="0"/>
                <a:cs typeface="Microsoft JhengHei UI" pitchFamily="34" charset="0"/>
                <a:sym typeface="Archivo Black"/>
              </a:rPr>
              <a:t>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095500"/>
            <a:ext cx="4038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6600"/>
          </a:p>
        </p:txBody>
      </p:sp>
      <p:sp>
        <p:nvSpPr>
          <p:cNvPr id="25" name="TextBox 24"/>
          <p:cNvSpPr txBox="1"/>
          <p:nvPr/>
        </p:nvSpPr>
        <p:spPr>
          <a:xfrm>
            <a:off x="1676400" y="3009900"/>
            <a:ext cx="990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rgbClr val="DA9A27"/>
                </a:solidFill>
              </a:rPr>
              <a:t>9B</a:t>
            </a:r>
            <a:r>
              <a:rPr lang="en-US" sz="6600"/>
              <a:t>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667500"/>
            <a:ext cx="6324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6600"/>
          </a:p>
        </p:txBody>
      </p:sp>
      <p:sp>
        <p:nvSpPr>
          <p:cNvPr id="27" name="TextBox 26"/>
          <p:cNvSpPr txBox="1"/>
          <p:nvPr/>
        </p:nvSpPr>
        <p:spPr>
          <a:xfrm>
            <a:off x="152400" y="2171700"/>
            <a:ext cx="38862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/>
              <a:t>Bozhidar Stanev</a:t>
            </a:r>
            <a:r>
              <a:rPr lang="en-US" sz="6600"/>
              <a:t>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7800" y="7810500"/>
            <a:ext cx="12801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6600"/>
          </a:p>
        </p:txBody>
      </p:sp>
      <p:pic>
        <p:nvPicPr>
          <p:cNvPr id="29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52400" y="38100"/>
            <a:ext cx="2209800" cy="220979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43400" y="2476500"/>
            <a:ext cx="42672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/>
              <a:t>Aleksandar Petrov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08254"/>
            <a:ext cx="38862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/>
              <a:t>Mustafa Husein</a:t>
            </a:r>
            <a:r>
              <a:rPr lang="en-US"/>
              <a:t>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11199" y="2476500"/>
            <a:ext cx="44958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/>
              <a:t>Nikoleta Georgieva</a:t>
            </a:r>
            <a:r>
              <a:rPr lang="en-US"/>
              <a:t>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0" y="3728725"/>
            <a:ext cx="22098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C00000"/>
                </a:solidFill>
              </a:rPr>
              <a:t>Designer</a:t>
            </a:r>
            <a:r>
              <a:rPr lang="en-US" sz="4400"/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1600" y="3848100"/>
            <a:ext cx="48768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C00000"/>
                </a:solidFill>
              </a:rPr>
              <a:t>Back-end Developer</a:t>
            </a:r>
            <a:r>
              <a:rPr lang="en-US" sz="4400"/>
              <a:t>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3924300"/>
            <a:ext cx="4876800" cy="642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C00000"/>
                </a:solidFill>
              </a:rPr>
              <a:t>Front-end Developer</a:t>
            </a:r>
            <a:r>
              <a:rPr lang="en-US"/>
              <a:t>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000501"/>
            <a:ext cx="2895601" cy="642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rgbClr val="C00000"/>
                </a:solidFill>
              </a:rPr>
              <a:t>Scrum Trainer</a:t>
            </a:r>
            <a:r>
              <a:rPr lang="en-US"/>
              <a:t>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0" y="3235956"/>
            <a:ext cx="9906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rgbClr val="DA9A27"/>
                </a:solidFill>
              </a:rPr>
              <a:t>9G</a:t>
            </a:r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5144750" y="3196599"/>
            <a:ext cx="800101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rgbClr val="DA9A27"/>
                </a:solidFill>
              </a:rPr>
              <a:t>9B</a:t>
            </a:r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668000" y="3241045"/>
            <a:ext cx="838200" cy="76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rgbClr val="DA9A27"/>
                </a:solidFill>
              </a:rPr>
              <a:t>9A</a:t>
            </a:r>
            <a:endParaRPr lang="en-US"/>
          </a:p>
        </p:txBody>
      </p:sp>
      <p:pic>
        <p:nvPicPr>
          <p:cNvPr id="48" name="Picture 4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991600" y="4686300"/>
            <a:ext cx="4000500" cy="4000500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58848" y="4762500"/>
            <a:ext cx="4000500" cy="4000500"/>
          </a:xfrm>
          <a:prstGeom prst="rect">
            <a:avLst/>
          </a:prstGeom>
        </p:spPr>
      </p:pic>
      <p:pic>
        <p:nvPicPr>
          <p:cNvPr id="50" name="Picture 4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66700" y="4914900"/>
            <a:ext cx="3810000" cy="3829049"/>
          </a:xfrm>
          <a:prstGeom prst="rect">
            <a:avLst/>
          </a:prstGeom>
        </p:spPr>
      </p:pic>
      <p:pic>
        <p:nvPicPr>
          <p:cNvPr id="52" name="Picture 5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72000" y="4762500"/>
            <a:ext cx="40005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514600" y="1104900"/>
            <a:ext cx="10896600" cy="848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5808"/>
              </a:lnSpc>
              <a:spcBef>
                <a:spcPct val="0"/>
              </a:spcBef>
            </a:pPr>
            <a:r>
              <a:rPr lang="en-US" sz="8000" b="1" spc="-458">
                <a:solidFill>
                  <a:srgbClr val="476725"/>
                </a:solidFill>
                <a:latin typeface="Microsoft JhengHei UI" pitchFamily="34" charset="0"/>
                <a:ea typeface="Microsoft JhengHei UI" pitchFamily="34" charset="0"/>
                <a:cs typeface="Microsoft JhengHei UI" pitchFamily="34" charset="0"/>
                <a:sym typeface="Archivo Black"/>
              </a:rPr>
              <a:t>IDEA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095500"/>
            <a:ext cx="5260294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Arial" pitchFamily="34" charset="0" panose="020B0604020202020204"/>
              <a:buChar char="•"/>
            </a:pPr>
            <a:endParaRPr lang="en-US" sz="6600"/>
          </a:p>
        </p:txBody>
      </p:sp>
      <p:pic>
        <p:nvPicPr>
          <p:cNvPr id="29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46024" y="114300"/>
            <a:ext cx="2146351" cy="21463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24000" y="2781300"/>
            <a:ext cx="14097000" cy="5032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>
                <a:solidFill>
                  <a:srgbClr val="C00000"/>
                </a:solidFill>
              </a:rPr>
              <a:t>The game selects a secret word and the player must guess the letters of the word one by one. For each incorrect guess, a part of the hangman figure is drawn. The player wins by guessing the entire word before the hangman figure is complete, or loses if the figure is completed.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-585133" y="8801100"/>
            <a:ext cx="18873133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/>
        </p:txBody>
      </p:sp>
      <p:sp>
        <p:nvSpPr>
          <p:cNvPr id="4" name="AutoShape 4"/>
          <p:cNvSpPr/>
          <p:nvPr/>
        </p:nvSpPr>
        <p:spPr>
          <a:xfrm>
            <a:off x="-585133" y="9334500"/>
            <a:ext cx="18873133" cy="0"/>
          </a:xfrm>
          <a:prstGeom prst="line">
            <a:avLst/>
          </a:prstGeom>
          <a:ln w="952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/>
        </p:txBody>
      </p:sp>
      <p:sp>
        <p:nvSpPr>
          <p:cNvPr id="5" name="AutoShape 5"/>
          <p:cNvSpPr/>
          <p:nvPr/>
        </p:nvSpPr>
        <p:spPr>
          <a:xfrm>
            <a:off x="1005646" y="4305300"/>
            <a:ext cx="13838306" cy="0"/>
          </a:xfrm>
          <a:prstGeom prst="line">
            <a:avLst/>
          </a:prstGeom>
          <a:ln w="1905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/>
        </p:txBody>
      </p:sp>
      <p:sp>
        <p:nvSpPr>
          <p:cNvPr id="6" name="Freeform 6"/>
          <p:cNvSpPr/>
          <p:nvPr/>
        </p:nvSpPr>
        <p:spPr>
          <a:xfrm rot="5400000">
            <a:off x="15166200" y="3083701"/>
            <a:ext cx="1629446" cy="2396244"/>
          </a:xfrm>
          <a:custGeom>
            <a:avLst/>
            <a:rect l="l" t="t" r="r" b="b"/>
            <a:pathLst>
              <a:path w="1629446" h="2396244">
                <a:moveTo>
                  <a:pt x="0" y="0"/>
                </a:moveTo>
                <a:lnTo>
                  <a:pt x="1629446" y="0"/>
                </a:lnTo>
                <a:lnTo>
                  <a:pt x="1629446" y="2396244"/>
                </a:lnTo>
                <a:lnTo>
                  <a:pt x="0" y="2396244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rcRect l="0" t="0" r="0" b="0"/>
            <a:stretch>
              <a:fillRect l="0" t="0" r="0" b="0"/>
            </a:stretch>
          </a:blipFill>
        </p:spPr>
        <p:txBody>
          <a:bodyPr/>
          <a:lstStyle/>
          <a:p>
            <a:endParaRPr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43000" y="6282060"/>
            <a:ext cx="2133318" cy="181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0" indent="0" algn="l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0" indent="0" algn="l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0" indent="0" algn="l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  <a:p>
            <a:pPr marL="0" indent="0" algn="l">
              <a:lnSpc>
                <a:spcPts val="2859"/>
              </a:lnSpc>
              <a:spcBef>
                <a:spcPct val="0"/>
              </a:spcBef>
            </a:pPr>
            <a:endParaRPr lang="en-US" sz="2199">
              <a:solidFill>
                <a:srgbClr val="000000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2" name="Freeform 22"/>
          <p:cNvSpPr/>
          <p:nvPr/>
        </p:nvSpPr>
        <p:spPr>
          <a:xfrm>
            <a:off x="1028700" y="4102116"/>
            <a:ext cx="380752" cy="380752"/>
          </a:xfrm>
          <a:custGeom>
            <a:avLst/>
            <a:rect l="l" t="t" r="r" b="b"/>
            <a:pathLst>
              <a:path w="380752" h="380752">
                <a:moveTo>
                  <a:pt x="0" y="0"/>
                </a:moveTo>
                <a:lnTo>
                  <a:pt x="380752" y="0"/>
                </a:lnTo>
                <a:lnTo>
                  <a:pt x="380752" y="380752"/>
                </a:lnTo>
                <a:lnTo>
                  <a:pt x="0" y="380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 l="0" t="0" r="0" b="0"/>
            <a:stretch>
              <a:fillRect l="0" t="0" r="0" b="0"/>
            </a:stretch>
          </a:blipFill>
        </p:spPr>
        <p:txBody>
          <a:bodyPr/>
          <a:lstStyle/>
          <a:p>
            <a:endParaRPr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5005388" y="4102116"/>
            <a:ext cx="380752" cy="380752"/>
          </a:xfrm>
          <a:custGeom>
            <a:avLst/>
            <a:rect l="l" t="t" r="r" b="b"/>
            <a:pathLst>
              <a:path w="380752" h="380752">
                <a:moveTo>
                  <a:pt x="0" y="0"/>
                </a:moveTo>
                <a:lnTo>
                  <a:pt x="380752" y="0"/>
                </a:lnTo>
                <a:lnTo>
                  <a:pt x="380752" y="380752"/>
                </a:lnTo>
                <a:lnTo>
                  <a:pt x="0" y="380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 l="0" t="0" r="0" b="0"/>
            <a:stretch>
              <a:fillRect l="0" t="0" r="0" b="0"/>
            </a:stretch>
          </a:blipFill>
        </p:spPr>
        <p:txBody>
          <a:bodyPr/>
          <a:lstStyle/>
          <a:p>
            <a:endParaRPr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Freeform 24"/>
          <p:cNvSpPr/>
          <p:nvPr/>
        </p:nvSpPr>
        <p:spPr>
          <a:xfrm>
            <a:off x="8982075" y="4102116"/>
            <a:ext cx="380752" cy="380752"/>
          </a:xfrm>
          <a:custGeom>
            <a:avLst/>
            <a:rect l="l" t="t" r="r" b="b"/>
            <a:pathLst>
              <a:path w="380752" h="380752">
                <a:moveTo>
                  <a:pt x="0" y="0"/>
                </a:moveTo>
                <a:lnTo>
                  <a:pt x="380752" y="0"/>
                </a:lnTo>
                <a:lnTo>
                  <a:pt x="380752" y="380752"/>
                </a:lnTo>
                <a:lnTo>
                  <a:pt x="0" y="380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 l="0" t="0" r="0" b="0"/>
            <a:stretch>
              <a:fillRect l="0" t="0" r="0" b="0"/>
            </a:stretch>
          </a:blipFill>
        </p:spPr>
        <p:txBody>
          <a:bodyPr/>
          <a:lstStyle/>
          <a:p>
            <a:endParaRPr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Freeform 25"/>
          <p:cNvSpPr/>
          <p:nvPr/>
        </p:nvSpPr>
        <p:spPr>
          <a:xfrm>
            <a:off x="12958763" y="4102116"/>
            <a:ext cx="380752" cy="380752"/>
          </a:xfrm>
          <a:custGeom>
            <a:avLst/>
            <a:rect l="l" t="t" r="r" b="b"/>
            <a:pathLst>
              <a:path w="380752" h="380752">
                <a:moveTo>
                  <a:pt x="0" y="0"/>
                </a:moveTo>
                <a:lnTo>
                  <a:pt x="380752" y="0"/>
                </a:lnTo>
                <a:lnTo>
                  <a:pt x="380752" y="380752"/>
                </a:lnTo>
                <a:lnTo>
                  <a:pt x="0" y="380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 l="0" t="0" r="0" b="0"/>
            <a:stretch>
              <a:fillRect l="0" t="0" r="0" b="0"/>
            </a:stretch>
          </a:blipFill>
        </p:spPr>
        <p:txBody>
          <a:bodyPr/>
          <a:lstStyle/>
          <a:p>
            <a:endParaRPr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76800" y="981041"/>
            <a:ext cx="12801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>
                <a:solidFill>
                  <a:srgbClr val="476725"/>
                </a:solidFill>
              </a:rPr>
              <a:t>STAGES OF WORKING</a:t>
            </a:r>
            <a:endParaRPr lang="en-US" b="1">
              <a:solidFill>
                <a:srgbClr val="476725"/>
              </a:solidFill>
            </a:endParaRPr>
          </a:p>
        </p:txBody>
      </p:sp>
      <p:pic>
        <p:nvPicPr>
          <p:cNvPr id="27" name="Picture 1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45900" y="114300"/>
            <a:ext cx="2146351" cy="21463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19076" y="5219700"/>
            <a:ext cx="1980918" cy="596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rgbClr val="476725"/>
                </a:solidFill>
                <a:latin typeface="Garet Bold"/>
                <a:ea typeface="Garet Bold"/>
                <a:cs typeface="Garet Bold"/>
                <a:sym typeface="Garet Bold"/>
              </a:rPr>
              <a:t>1st week</a:t>
            </a:r>
            <a:endParaRPr lang="en-US" sz="3200">
              <a:solidFill>
                <a:srgbClr val="476725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0929" y="6282060"/>
            <a:ext cx="3810071" cy="1940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Create the design​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Create the logo​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Finding a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3000" y="5295900"/>
            <a:ext cx="2057399" cy="9169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>
              <a:lnSpc>
                <a:spcPts val="3249"/>
              </a:lnSpc>
              <a:spcBef>
                <a:spcPct val="0"/>
              </a:spcBef>
            </a:pPr>
            <a:r>
              <a:rPr lang="en-US" sz="3200" b="1">
                <a:solidFill>
                  <a:srgbClr val="476725"/>
                </a:solidFill>
                <a:latin typeface="Garet Bold"/>
                <a:ea typeface="Garet Bold"/>
                <a:cs typeface="Garet Bold"/>
                <a:sym typeface="Garet Bold"/>
              </a:rPr>
              <a:t>3rd week</a:t>
            </a:r>
          </a:p>
          <a:p>
            <a:pPr marL="0" indent="0" algn="l">
              <a:lnSpc>
                <a:spcPts val="3249"/>
              </a:lnSpc>
              <a:spcBef>
                <a:spcPct val="0"/>
              </a:spcBef>
            </a:pPr>
            <a:endParaRPr lang="en-US" sz="2499" b="1">
              <a:solidFill>
                <a:srgbClr val="000000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725276" y="5143500"/>
            <a:ext cx="2055302" cy="596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rgbClr val="476725"/>
                </a:solidFill>
                <a:latin typeface="Garet Bold"/>
                <a:ea typeface="Garet Bold"/>
                <a:cs typeface="Garet Bold"/>
                <a:sym typeface="Garet Bold"/>
              </a:rPr>
              <a:t>4th week</a:t>
            </a:r>
            <a:endParaRPr lang="en-US" sz="3200">
              <a:solidFill>
                <a:srgbClr val="476725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038600" y="6038060"/>
            <a:ext cx="4038600" cy="2303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Starting to work on the game.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Adding new ideas or changing old ones.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4276" y="5143500"/>
            <a:ext cx="2251046" cy="596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rgbClr val="476725"/>
                </a:solidFill>
                <a:latin typeface="Garet Bold"/>
                <a:ea typeface="Garet Bold"/>
                <a:cs typeface="Garet Bold"/>
                <a:sym typeface="Garet Bold"/>
              </a:rPr>
              <a:t>2nd week</a:t>
            </a:r>
            <a:endParaRPr lang="en-US" sz="3200">
              <a:solidFill>
                <a:srgbClr val="476725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924799" y="5981700"/>
            <a:ext cx="4266919" cy="2303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Still to work on the game.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Adding new ideas or changing old ones.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0" y="5815939"/>
            <a:ext cx="4495798" cy="2303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Finishing the game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Create documentation​</a:t>
            </a: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endParaRPr lang="en-US" sz="3200">
              <a:solidFill>
                <a:srgbClr val="DA9A27"/>
              </a:solidFill>
              <a:latin typeface="Garet"/>
              <a:ea typeface="Garet"/>
              <a:cs typeface="Garet"/>
              <a:sym typeface="Garet"/>
            </a:endParaRPr>
          </a:p>
          <a:p>
            <a:pPr marL="457200" indent="-457200" algn="l">
              <a:lnSpc>
                <a:spcPts val="2859"/>
              </a:lnSpc>
              <a:spcBef>
                <a:spcPct val="0"/>
              </a:spcBef>
              <a:buFont typeface="Arial" pitchFamily="34" charset="0" panose="020B0604020202020204"/>
              <a:buChar char="•"/>
            </a:pPr>
            <a:r>
              <a:rPr lang="en-US" sz="3200">
                <a:solidFill>
                  <a:srgbClr val="DA9A27"/>
                </a:solidFill>
                <a:latin typeface="Garet"/>
                <a:ea typeface="Garet"/>
                <a:cs typeface="Garet"/>
                <a:sym typeface="Garet"/>
              </a:rPr>
              <a:t>Create presentation​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24400" y="800100"/>
            <a:ext cx="12801600" cy="110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>
                <a:solidFill>
                  <a:srgbClr val="476725"/>
                </a:solidFill>
              </a:rPr>
              <a:t>TECHNOLOGIES USE</a:t>
            </a:r>
            <a:endParaRPr lang="en-US" b="1">
              <a:solidFill>
                <a:srgbClr val="47672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43200" y="4960100"/>
            <a:ext cx="381000" cy="366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         </a:t>
            </a:r>
          </a:p>
        </p:txBody>
      </p:sp>
      <p:pic>
        <p:nvPicPr>
          <p:cNvPr id="7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28600" y="38101"/>
            <a:ext cx="2146351" cy="21463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2552700"/>
            <a:ext cx="2794865" cy="278129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2324100"/>
            <a:ext cx="3124202" cy="312420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10600" y="1714500"/>
            <a:ext cx="4114800" cy="411480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3182601" y="1485900"/>
            <a:ext cx="4495800" cy="44958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1277600" y="5524500"/>
            <a:ext cx="3657600" cy="3403577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590800" y="5524500"/>
            <a:ext cx="314325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0" y="4305300"/>
            <a:ext cx="12801600" cy="1192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>
                <a:solidFill>
                  <a:srgbClr val="C00000"/>
                </a:solidFill>
              </a:rPr>
              <a:t>Now let’s see the project</a:t>
            </a:r>
          </a:p>
        </p:txBody>
      </p:sp>
      <p:pic>
        <p:nvPicPr>
          <p:cNvPr id="3" name="Picture 1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46024" y="114300"/>
            <a:ext cx="2146351" cy="2146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ook Club">
  <a:themeElements>
    <a:clrScheme name="Book Club">
      <a:dk1>
        <a:sysClr val="windowText" lastClr="000000"/>
      </a:dk1>
      <a:lt1>
        <a:sysClr val="window" lastClr="FFFFFF"/>
      </a:lt1>
      <a:dk2>
        <a:srgbClr val="273A3D"/>
      </a:dk2>
      <a:lt2>
        <a:srgbClr val="E7E6E1"/>
      </a:lt2>
      <a:accent1>
        <a:srgbClr val="B22828"/>
      </a:accent1>
      <a:accent2>
        <a:srgbClr val="A42455"/>
      </a:accent2>
      <a:accent3>
        <a:srgbClr val="1F6D9D"/>
      </a:accent3>
      <a:accent4>
        <a:srgbClr val="3C8C6E"/>
      </a:accent4>
      <a:accent5>
        <a:srgbClr val="903089"/>
      </a:accent5>
      <a:accent6>
        <a:srgbClr val="4CA8E6"/>
      </a:accent6>
      <a:hlink>
        <a:srgbClr val="4CA8E6"/>
      </a:hlink>
      <a:folHlink>
        <a:srgbClr val="86C4EE"/>
      </a:folHlink>
    </a:clrScheme>
    <a:fontScheme name="Book Club">
      <a:majorFont>
        <a:latin typeface="Calibri bold"/>
        <a:ea typeface=""/>
        <a:cs typeface=""/>
      </a:majorFont>
      <a:minorFont>
        <a:latin typeface="Calibri Light"/>
        <a:ea typeface=""/>
        <a:cs typeface=""/>
      </a:minorFont>
    </a:fontScheme>
    <a:fmtScheme name="Book Club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Notes Theme">
  <a:themeElements>
    <a:clrScheme name="Office Notes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Notes Th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 Notes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1"/>
        </a:gradFill>
      </a:fillStyleLst>
      <a:lnStyleLst>
        <a:ln w="9525" cap="flat" cmpd="sng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identifier>DAG61cw56oQ</dc:identifier>
  <cp:lastModifiedBy>georgi kolev</cp:lastModifiedBy>
  <cp:revision>1</cp:revision>
  <dcterms:created xsi:type="dcterms:W3CDTF">2006-08-16T00:00:00Z</dcterms:created>
  <dcterms:modified xsi:type="dcterms:W3CDTF">2025-12-07T15:08:25Z</dcterms:modified>
</cp:coreProperties>
</file>